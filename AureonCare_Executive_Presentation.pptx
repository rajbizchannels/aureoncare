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AureonCare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BBF24"/>
                </a:solidFill>
              </a:defRPr>
            </a:pPr>
            <a:r>
              <a:t>Executive Presentation - Version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Pre-Launch - Q2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114800"/>
            <a:ext cx="3657600" cy="457200"/>
          </a:xfrm>
          <a:prstGeom prst="rect">
            <a:avLst/>
          </a:prstGeom>
          <a:solidFill>
            <a:srgbClr val="F59E0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FFFFFF"/>
                </a:solidFill>
              </a:defRPr>
            </a:pPr>
            <a:r>
              <a:t>Empowering Healthcare with Modern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🎯 Year 1 Targets &amp; Projections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Target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Target Practices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103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Platform Capacity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4904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Core Modules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74904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402336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99.9%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Uptime SLA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74904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402336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4.5★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Target Satisfaction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🚀 Version 1.2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🔍 Universal Search - 50-60% projected time savings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📦 Data Archiving - 35-40% DB reduction projected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📋 Audit Logging - Complete HIPAA/SOX compliance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☁️ Cloud Backup - OAuth with Google Drive &amp; OneDrive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📝 SOAP Notes - 20-25% projected denial reduction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🏥 Enhanced Registration - Allergies, PMH, Family History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🔐 Expanded Permissions - Granular RBAC, 14 modules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💡 Help System - AI assistant, 55-60% projected ticket reduction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💰 Projected First-Year ROI: 650-750%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7863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Projected Annual Value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Operational Savings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$450K - $550K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• Time savings (50-60%)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$100K - $120K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• Reduced denials (20-25%)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$160K - $200K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Revenue 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$550K - $665K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• Days in A/R (52→35-38)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$150K - $180K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• Collection rate (92%→96-97%)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$200K - $250K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Total Projected Benefit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$1.0M - $1.2M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Implementation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($150K)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Projected Net ROI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$850K - $1.065M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📊 Beta Program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Module Adoption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4.4★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User Satisfaction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103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25-35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Days to Implement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4904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Search Adoption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74904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402336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Ticket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74904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402336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Faster Claims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💡 Help &amp; Documentation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📚 In-App Help Drawer - Browse, Search, AI Assistant tabs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🤖 AI Assistant - Natural language Q&amp;A, context-aware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📖 12 Comprehensive Guides - Clinical, Billing, Admin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📝 50+ Help Articles - Searchable, categorized, role-based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🌍 Multi-Language - 8 languages supported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Projected Impact: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• 55-60% reduction in support tickets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• 45-50% faster training for new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solidFill>
            <a:srgbClr val="FBBF24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57784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Complete Billing Documentation: Overview • Payers • Reports • Claims • Payments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🔒 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Planned Certifications: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✅ HIPAA Compliant Design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🔄 SOC 2 Type II (Q3 2026)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✅ FDA 21 CFR Part 11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✅ GDPR Ready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✅ 50 State Compliant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Security Features: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• AES-256 Encryption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• Multi-Factor Auth (MFA)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• Role-Based Access (RBAC)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• 24/7 Monitoring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• Quarterly Pen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solidFill>
            <a:srgbClr val="FBBF24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57784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60-70% projected reduction in audit prep time with complete audit trail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⚡ Competitive Advantages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7863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AureonCare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Typical Competitors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Implementation 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30 days (goal)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90-180 days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Universal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14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2-3 modules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AI Help Assistant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✓ Included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✗ Not available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Languages 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2-3 languages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Technology Stack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Modern (React 18)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Legacy (2010s)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Customer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4.5+/5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3.8/5 typical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🗺️ Launch &amp; Growth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Q2 2026 (April-June) - Launch: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🚀 Product launch (April 1, 2026)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🎯 Onboard first 50 practices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📱 Mobile companion app release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🔗 Integration marketplace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Q3 2026 (July-September) - Growth: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🎯 Reach 100 active practices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🤖 AI Clinical Assistant launch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🏥 Specialty templates (5 specialties)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Q4 2026 (October-December) - Scale: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🎯 Target 150 practices by year-end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💳 Patient financial automation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🎯 Value-based care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💵 Pricing &amp; Early Adopter Benefits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7863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Monthly/User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Annual/User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Target Segment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Essential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$99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$950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2-5 users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Professional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$149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$1,425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5-20 users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$199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$1,900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20+ users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📞 Join the Healthcare Revolution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🎁 Early Adopter Program Benefits: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• 20% discount for first 50 practices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• Priority implementation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• Lifetime VIP support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• Influence product roadmap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Contact Us Today: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📧 sales@aureoncare.com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📞 1-800-AUREON1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🌐 https://aureoncare.com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For Healthcare Practices: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Schedule demo • Join beta • Request pricing • Reserve spot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For Investors &amp; Partners: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</a:defRPr>
            </a:pPr>
            <a:r>
              <a:t>Investment overview • Financial projections • Partnership opportunities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solidFill>
            <a:srgbClr val="FBBF24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57784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Launch: April 2026 | Limited Early Adopter Slots Available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The Future of Healthcare Starts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650-750%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Projected ROI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30-Day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Implementation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103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Integrated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4904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Q2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Launch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74904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402336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$850K+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Net Benefit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749040"/>
            <a:ext cx="2560320" cy="1645920"/>
          </a:xfrm>
          <a:prstGeom prst="rect">
            <a:avLst/>
          </a:prstGeom>
          <a:solidFill>
            <a:srgbClr val="14B8A6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402336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Early Adopter Discount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