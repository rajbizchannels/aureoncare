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2060"/>
                </a:solidFill>
              </a:defRPr>
            </a:pPr>
            <a:r>
              <a:t>MedFlow: All-in-One Healthcare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CC"/>
                </a:solidFill>
              </a:defRPr>
            </a:pPr>
            <a:r>
              <a:t>Modernize Healthcare Delivery | Optimize Revenue | Enhance Patient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Financial Impact - 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400-856%</a:t>
            </a:r>
            <a:r>
              <a:rPr sz="1400">
                <a:solidFill>
                  <a:srgbClr val="FFFFFF"/>
                </a:solidFill>
              </a:rPr>
              <a:t>
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03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1-3 Months</a:t>
            </a:r>
            <a:r>
              <a:rPr sz="1400">
                <a:solidFill>
                  <a:srgbClr val="FFFFFF"/>
                </a:solidFill>
              </a:rPr>
              <a:t>
Payback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$1-2.1M</a:t>
            </a:r>
            <a:r>
              <a:rPr sz="1400">
                <a:solidFill>
                  <a:srgbClr val="FFFFFF"/>
                </a:solidFill>
              </a:rPr>
              <a:t>
Net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💰 Revenue Excellence</a:t>
            </a:r>
          </a:p>
          <a:p>
            <a:pPr>
              <a:spcAft>
                <a:spcPts val="300"/>
              </a:spcAft>
              <a:defRPr sz="1100"/>
            </a:pPr>
            <a:r>
              <a:t>• Reduce days in A/R: 45-60 → 30-35 days</a:t>
            </a:r>
          </a:p>
          <a:p>
            <a:pPr>
              <a:spcAft>
                <a:spcPts val="300"/>
              </a:spcAft>
              <a:defRPr sz="1100"/>
            </a:pPr>
            <a:r>
              <a:t>• Increase clean claim rate: 75% → 95%</a:t>
            </a:r>
          </a:p>
          <a:p>
            <a:pPr>
              <a:spcAft>
                <a:spcPts val="300"/>
              </a:spcAft>
              <a:defRPr sz="1100"/>
            </a:pPr>
            <a:r>
              <a:t>• Improve collection rate by 15-20%</a:t>
            </a:r>
          </a:p>
          <a:p>
            <a:pPr>
              <a:spcAft>
                <a:spcPts val="300"/>
              </a:spcAft>
              <a:defRPr sz="1100"/>
            </a:pPr>
            <a:r>
              <a:t>• Reduce billing staff time by 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⚕️ Clinical Excellence</a:t>
            </a:r>
          </a:p>
          <a:p>
            <a:pPr>
              <a:spcAft>
                <a:spcPts val="300"/>
              </a:spcAft>
              <a:defRPr sz="1100"/>
            </a:pPr>
            <a:r>
              <a:t>• Increase visits per day by 20-25%</a:t>
            </a:r>
          </a:p>
          <a:p>
            <a:pPr>
              <a:spcAft>
                <a:spcPts val="300"/>
              </a:spcAft>
              <a:defRPr sz="1100"/>
            </a:pPr>
            <a:r>
              <a:t>• Reduce documentation time by 30%</a:t>
            </a:r>
          </a:p>
          <a:p>
            <a:pPr>
              <a:spcAft>
                <a:spcPts val="300"/>
              </a:spcAft>
              <a:defRPr sz="1100"/>
            </a:pPr>
            <a:r>
              <a:t>• Decrease medication errors by 70%</a:t>
            </a:r>
          </a:p>
          <a:p>
            <a:pPr>
              <a:spcAft>
                <a:spcPts val="300"/>
              </a:spcAft>
              <a:defRPr sz="1100"/>
            </a:pPr>
            <a:r>
              <a:t>• Enable telehealth revenue streams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👥 Patient Satisfaction</a:t>
            </a:r>
          </a:p>
          <a:p>
            <a:pPr>
              <a:spcAft>
                <a:spcPts val="300"/>
              </a:spcAft>
              <a:defRPr sz="1100"/>
            </a:pPr>
            <a:r>
              <a:t>• Reduce no-shows: 15-30% → 5-8%</a:t>
            </a:r>
          </a:p>
          <a:p>
            <a:pPr>
              <a:spcAft>
                <a:spcPts val="300"/>
              </a:spcAft>
              <a:defRPr sz="1100"/>
            </a:pPr>
            <a:r>
              <a:t>• Increase patient retention by 25%</a:t>
            </a:r>
          </a:p>
          <a:p>
            <a:pPr>
              <a:spcAft>
                <a:spcPts val="300"/>
              </a:spcAft>
              <a:defRPr sz="1100"/>
            </a:pPr>
            <a:r>
              <a:t>• Improve HCAHPS scores by 15-20 pts</a:t>
            </a:r>
          </a:p>
          <a:p>
            <a:pPr>
              <a:spcAft>
                <a:spcPts val="300"/>
              </a:spcAft>
              <a:defRPr sz="1100"/>
            </a:pPr>
            <a:r>
              <a:t>• 24/7 patient self-service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⚙️ Operational Efficiency</a:t>
            </a:r>
          </a:p>
          <a:p>
            <a:pPr>
              <a:spcAft>
                <a:spcPts val="300"/>
              </a:spcAft>
              <a:defRPr sz="1100"/>
            </a:pPr>
            <a:r>
              <a:t>• Consolidate 5-8 vendors into one</a:t>
            </a:r>
          </a:p>
          <a:p>
            <a:pPr>
              <a:spcAft>
                <a:spcPts val="300"/>
              </a:spcAft>
              <a:defRPr sz="1100"/>
            </a:pPr>
            <a:r>
              <a:t>• Decrease admin staff time by 35%</a:t>
            </a:r>
          </a:p>
          <a:p>
            <a:pPr>
              <a:spcAft>
                <a:spcPts val="300"/>
              </a:spcAft>
              <a:defRPr sz="1100"/>
            </a:pPr>
            <a:r>
              <a:t>• Improve schedule utilization to 90%</a:t>
            </a:r>
          </a:p>
          <a:p>
            <a:pPr>
              <a:spcAft>
                <a:spcPts val="300"/>
              </a:spcAft>
              <a:defRPr sz="1100"/>
            </a:pPr>
            <a:r>
              <a:t>• HIPAA compliant • FHIR R4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000"/>
                </a:solidFill>
              </a:defRPr>
            </a:pPr>
            <a:r>
              <a:t>Next Step: 90-Day Pilot Program in 1-2 Departments to Validate Business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